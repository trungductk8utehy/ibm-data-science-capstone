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1" r:id="rId10"/>
    <p:sldId id="270" r:id="rId11"/>
    <p:sldId id="266" r:id="rId12"/>
    <p:sldId id="272" r:id="rId13"/>
    <p:sldId id="273" r:id="rId14"/>
    <p:sldId id="274" r:id="rId15"/>
    <p:sldId id="276" r:id="rId16"/>
    <p:sldId id="275" r:id="rId17"/>
    <p:sldId id="264" r:id="rId18"/>
    <p:sldId id="267" r:id="rId19"/>
    <p:sldId id="279" r:id="rId20"/>
    <p:sldId id="268" r:id="rId21"/>
    <p:sldId id="269" r:id="rId22"/>
    <p:sldId id="277" r:id="rId23"/>
  </p:sldIdLst>
  <p:sldSz cx="5765800" cy="3244850"/>
  <p:notesSz cx="5765800" cy="3244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1" autoAdjust="0"/>
    <p:restoredTop sz="94660"/>
  </p:normalViewPr>
  <p:slideViewPr>
    <p:cSldViewPr>
      <p:cViewPr varScale="1">
        <p:scale>
          <a:sx n="138" d="100"/>
          <a:sy n="138" d="100"/>
        </p:scale>
        <p:origin x="86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2EAE6-217E-4D6E-A609-154B244E2020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B84A6-CF02-4231-BCEB-6B6DEA8393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14366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B84A6-CF02-4231-BCEB-6B6DEA839391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5533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197" y="685024"/>
            <a:ext cx="4173801" cy="1575385"/>
          </a:xfrm>
        </p:spPr>
        <p:txBody>
          <a:bodyPr anchor="b"/>
          <a:lstStyle>
            <a:lvl1pPr>
              <a:defRPr sz="34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6197" y="2260409"/>
            <a:ext cx="4173801" cy="407579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1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7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3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9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854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13783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98" y="1354024"/>
            <a:ext cx="4173800" cy="906385"/>
          </a:xfrm>
        </p:spPr>
        <p:txBody>
          <a:bodyPr anchor="b"/>
          <a:lstStyle>
            <a:lvl1pPr algn="l">
              <a:defRPr sz="189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97" y="2260409"/>
            <a:ext cx="4173801" cy="407097"/>
          </a:xfrm>
        </p:spPr>
        <p:txBody>
          <a:bodyPr anchor="t"/>
          <a:lstStyle>
            <a:lvl1pPr marL="0" indent="0" algn="l">
              <a:buNone/>
              <a:defRPr sz="946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3pPr>
            <a:lvl4pPr marL="648630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71376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775" y="974958"/>
            <a:ext cx="2079102" cy="1985217"/>
          </a:xfrm>
        </p:spPr>
        <p:txBody>
          <a:bodyPr>
            <a:normAutofit/>
          </a:bodyPr>
          <a:lstStyle>
            <a:lvl1pPr>
              <a:defRPr sz="851"/>
            </a:lvl1pPr>
            <a:lvl2pPr>
              <a:defRPr sz="757"/>
            </a:lvl2pPr>
            <a:lvl3pPr>
              <a:defRPr sz="662"/>
            </a:lvl3pPr>
            <a:lvl4pPr>
              <a:defRPr sz="567"/>
            </a:lvl4pPr>
            <a:lvl5pPr>
              <a:defRPr sz="567"/>
            </a:lvl5pPr>
            <a:lvl6pPr>
              <a:defRPr sz="567"/>
            </a:lvl6pPr>
            <a:lvl7pPr>
              <a:defRPr sz="567"/>
            </a:lvl7pPr>
            <a:lvl8pPr>
              <a:defRPr sz="567"/>
            </a:lvl8pPr>
            <a:lvl9pPr>
              <a:defRPr sz="5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4104" y="972836"/>
            <a:ext cx="2079103" cy="1987338"/>
          </a:xfrm>
        </p:spPr>
        <p:txBody>
          <a:bodyPr>
            <a:normAutofit/>
          </a:bodyPr>
          <a:lstStyle>
            <a:lvl1pPr>
              <a:defRPr sz="851"/>
            </a:lvl1pPr>
            <a:lvl2pPr>
              <a:defRPr sz="757"/>
            </a:lvl2pPr>
            <a:lvl3pPr>
              <a:defRPr sz="662"/>
            </a:lvl3pPr>
            <a:lvl4pPr>
              <a:defRPr sz="567"/>
            </a:lvl4pPr>
            <a:lvl5pPr>
              <a:defRPr sz="567"/>
            </a:lvl5pPr>
            <a:lvl6pPr>
              <a:defRPr sz="567"/>
            </a:lvl6pPr>
            <a:lvl7pPr>
              <a:defRPr sz="567"/>
            </a:lvl7pPr>
            <a:lvl8pPr>
              <a:defRPr sz="567"/>
            </a:lvl8pPr>
            <a:lvl9pPr>
              <a:defRPr sz="5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95630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775" y="901347"/>
            <a:ext cx="2079102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775" y="1189779"/>
            <a:ext cx="2079102" cy="1770396"/>
          </a:xfrm>
        </p:spPr>
        <p:txBody>
          <a:bodyPr>
            <a:normAutofit/>
          </a:bodyPr>
          <a:lstStyle>
            <a:lvl1pPr>
              <a:defRPr sz="851"/>
            </a:lvl1pPr>
            <a:lvl2pPr>
              <a:defRPr sz="757"/>
            </a:lvl2pPr>
            <a:lvl3pPr>
              <a:defRPr sz="662"/>
            </a:lvl3pPr>
            <a:lvl4pPr>
              <a:defRPr sz="567"/>
            </a:lvl4pPr>
            <a:lvl5pPr>
              <a:defRPr sz="567"/>
            </a:lvl5pPr>
            <a:lvl6pPr>
              <a:defRPr sz="567"/>
            </a:lvl6pPr>
            <a:lvl7pPr>
              <a:defRPr sz="567"/>
            </a:lvl7pPr>
            <a:lvl8pPr>
              <a:defRPr sz="567"/>
            </a:lvl8pPr>
            <a:lvl9pPr>
              <a:defRPr sz="5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74105" y="901347"/>
            <a:ext cx="2079102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74105" y="1189779"/>
            <a:ext cx="2079102" cy="1770396"/>
          </a:xfrm>
        </p:spPr>
        <p:txBody>
          <a:bodyPr>
            <a:normAutofit/>
          </a:bodyPr>
          <a:lstStyle>
            <a:lvl1pPr>
              <a:defRPr sz="851"/>
            </a:lvl1pPr>
            <a:lvl2pPr>
              <a:defRPr sz="757"/>
            </a:lvl2pPr>
            <a:lvl3pPr>
              <a:defRPr sz="662"/>
            </a:lvl3pPr>
            <a:lvl4pPr>
              <a:defRPr sz="567"/>
            </a:lvl4pPr>
            <a:lvl5pPr>
              <a:defRPr sz="567"/>
            </a:lvl5pPr>
            <a:lvl6pPr>
              <a:defRPr sz="567"/>
            </a:lvl6pPr>
            <a:lvl7pPr>
              <a:defRPr sz="567"/>
            </a:lvl7pPr>
            <a:lvl8pPr>
              <a:defRPr sz="567"/>
            </a:lvl8pPr>
            <a:lvl9pPr>
              <a:defRPr sz="5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47171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17388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76733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96" y="685024"/>
            <a:ext cx="1608420" cy="685024"/>
          </a:xfrm>
        </p:spPr>
        <p:txBody>
          <a:bodyPr anchor="b"/>
          <a:lstStyle>
            <a:lvl1pPr algn="l">
              <a:defRPr sz="113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725" y="685024"/>
            <a:ext cx="2457274" cy="2163233"/>
          </a:xfrm>
        </p:spPr>
        <p:txBody>
          <a:bodyPr anchor="ctr">
            <a:normAutofit/>
          </a:bodyPr>
          <a:lstStyle>
            <a:lvl1pPr>
              <a:defRPr sz="946"/>
            </a:lvl1pPr>
            <a:lvl2pPr>
              <a:defRPr sz="851"/>
            </a:lvl2pPr>
            <a:lvl3pPr>
              <a:defRPr sz="757"/>
            </a:lvl3pPr>
            <a:lvl4pPr>
              <a:defRPr sz="662"/>
            </a:lvl4pPr>
            <a:lvl5pPr>
              <a:defRPr sz="662"/>
            </a:lvl5pPr>
            <a:lvl6pPr>
              <a:defRPr sz="662"/>
            </a:lvl6pPr>
            <a:lvl7pPr>
              <a:defRPr sz="662"/>
            </a:lvl7pPr>
            <a:lvl8pPr>
              <a:defRPr sz="662"/>
            </a:lvl8pPr>
            <a:lvl9pPr>
              <a:defRPr sz="6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197" y="1480613"/>
            <a:ext cx="1608419" cy="1370047"/>
          </a:xfrm>
        </p:spPr>
        <p:txBody>
          <a:bodyPr/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397402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702" y="877308"/>
            <a:ext cx="2408520" cy="745117"/>
          </a:xfrm>
        </p:spPr>
        <p:txBody>
          <a:bodyPr anchor="b">
            <a:normAutofit/>
          </a:bodyPr>
          <a:lstStyle>
            <a:lvl1pPr algn="l">
              <a:defRPr sz="170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86556" y="540809"/>
            <a:ext cx="1513523" cy="21632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57"/>
            </a:lvl1pPr>
            <a:lvl2pPr marL="216210" indent="0">
              <a:buNone/>
              <a:defRPr sz="757"/>
            </a:lvl2pPr>
            <a:lvl3pPr marL="432420" indent="0">
              <a:buNone/>
              <a:defRPr sz="757"/>
            </a:lvl3pPr>
            <a:lvl4pPr marL="648630" indent="0">
              <a:buNone/>
              <a:defRPr sz="757"/>
            </a:lvl4pPr>
            <a:lvl5pPr marL="864840" indent="0">
              <a:buNone/>
              <a:defRPr sz="757"/>
            </a:lvl5pPr>
            <a:lvl6pPr marL="1081049" indent="0">
              <a:buNone/>
              <a:defRPr sz="757"/>
            </a:lvl6pPr>
            <a:lvl7pPr marL="1297259" indent="0">
              <a:buNone/>
              <a:defRPr sz="757"/>
            </a:lvl7pPr>
            <a:lvl8pPr marL="1513469" indent="0">
              <a:buNone/>
              <a:defRPr sz="757"/>
            </a:lvl8pPr>
            <a:lvl9pPr marL="1729679" indent="0">
              <a:buNone/>
              <a:defRPr sz="7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197" y="1730587"/>
            <a:ext cx="2404771" cy="648970"/>
          </a:xfrm>
        </p:spPr>
        <p:txBody>
          <a:bodyPr>
            <a:normAutofit/>
          </a:bodyPr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87344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98" y="2271389"/>
            <a:ext cx="4173800" cy="268151"/>
          </a:xfrm>
        </p:spPr>
        <p:txBody>
          <a:bodyPr anchor="b">
            <a:normAutofit/>
          </a:bodyPr>
          <a:lstStyle>
            <a:lvl1pPr algn="l">
              <a:defRPr sz="113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6197" y="324485"/>
            <a:ext cx="4173801" cy="172257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57"/>
            </a:lvl1pPr>
            <a:lvl2pPr marL="216210" indent="0">
              <a:buNone/>
              <a:defRPr sz="757"/>
            </a:lvl2pPr>
            <a:lvl3pPr marL="432420" indent="0">
              <a:buNone/>
              <a:defRPr sz="757"/>
            </a:lvl3pPr>
            <a:lvl4pPr marL="648630" indent="0">
              <a:buNone/>
              <a:defRPr sz="757"/>
            </a:lvl4pPr>
            <a:lvl5pPr marL="864840" indent="0">
              <a:buNone/>
              <a:defRPr sz="757"/>
            </a:lvl5pPr>
            <a:lvl6pPr marL="1081049" indent="0">
              <a:buNone/>
              <a:defRPr sz="757"/>
            </a:lvl6pPr>
            <a:lvl7pPr marL="1297259" indent="0">
              <a:buNone/>
              <a:defRPr sz="757"/>
            </a:lvl7pPr>
            <a:lvl8pPr marL="1513469" indent="0">
              <a:buNone/>
              <a:defRPr sz="757"/>
            </a:lvl8pPr>
            <a:lvl9pPr marL="1729679" indent="0">
              <a:buNone/>
              <a:defRPr sz="7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198" y="2539540"/>
            <a:ext cx="4173800" cy="233599"/>
          </a:xfrm>
        </p:spPr>
        <p:txBody>
          <a:bodyPr>
            <a:normAutofit/>
          </a:bodyPr>
          <a:lstStyle>
            <a:lvl1pPr marL="0" indent="0">
              <a:buNone/>
              <a:defRPr sz="567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96374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97" y="685024"/>
            <a:ext cx="4173801" cy="937401"/>
          </a:xfrm>
        </p:spPr>
        <p:txBody>
          <a:bodyPr/>
          <a:lstStyle>
            <a:lvl1pPr>
              <a:defRPr sz="22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197" y="1730586"/>
            <a:ext cx="4173801" cy="1117671"/>
          </a:xfrm>
        </p:spPr>
        <p:txBody>
          <a:bodyPr anchor="ctr">
            <a:normAutofit/>
          </a:bodyPr>
          <a:lstStyle>
            <a:lvl1pPr marL="0" indent="0">
              <a:buNone/>
              <a:defRPr sz="851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3456407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750" y="685024"/>
            <a:ext cx="3783009" cy="1099300"/>
          </a:xfrm>
        </p:spPr>
        <p:txBody>
          <a:bodyPr/>
          <a:lstStyle>
            <a:lvl1pPr>
              <a:defRPr sz="22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912919" y="1784324"/>
            <a:ext cx="3442667" cy="16189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662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197" y="2058505"/>
            <a:ext cx="4173801" cy="793186"/>
          </a:xfrm>
        </p:spPr>
        <p:txBody>
          <a:bodyPr anchor="ctr">
            <a:normAutofit/>
          </a:bodyPr>
          <a:lstStyle>
            <a:lvl1pPr marL="0" indent="0">
              <a:buNone/>
              <a:defRPr sz="851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  <p:sp>
        <p:nvSpPr>
          <p:cNvPr id="12" name="TextBox 11"/>
          <p:cNvSpPr txBox="1"/>
          <p:nvPr/>
        </p:nvSpPr>
        <p:spPr>
          <a:xfrm>
            <a:off x="424818" y="459547"/>
            <a:ext cx="379238" cy="980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5769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2544" y="1236709"/>
            <a:ext cx="379238" cy="980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5769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666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97" y="1478210"/>
            <a:ext cx="4173802" cy="782199"/>
          </a:xfrm>
        </p:spPr>
        <p:txBody>
          <a:bodyPr anchor="b"/>
          <a:lstStyle>
            <a:lvl1pPr algn="l">
              <a:defRPr sz="189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97" y="2260409"/>
            <a:ext cx="4173801" cy="407097"/>
          </a:xfrm>
        </p:spPr>
        <p:txBody>
          <a:bodyPr anchor="t"/>
          <a:lstStyle>
            <a:lvl1pPr marL="0" indent="0" algn="l">
              <a:buNone/>
              <a:defRPr sz="946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3pPr>
            <a:lvl4pPr marL="648630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3228816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9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331" y="937401"/>
            <a:ext cx="1393622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308560" y="1261886"/>
            <a:ext cx="1384393" cy="1698289"/>
          </a:xfrm>
        </p:spPr>
        <p:txBody>
          <a:bodyPr anchor="t">
            <a:normAutofit/>
          </a:bodyPr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36647" y="937401"/>
            <a:ext cx="1388597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1831656" y="1261886"/>
            <a:ext cx="1393588" cy="1698289"/>
          </a:xfrm>
        </p:spPr>
        <p:txBody>
          <a:bodyPr anchor="t">
            <a:normAutofit/>
          </a:bodyPr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369390" y="937401"/>
            <a:ext cx="1386645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3369390" y="1261886"/>
            <a:ext cx="1386645" cy="1698289"/>
          </a:xfrm>
        </p:spPr>
        <p:txBody>
          <a:bodyPr anchor="t">
            <a:normAutofit/>
          </a:bodyPr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762155" y="1009509"/>
            <a:ext cx="0" cy="187480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292553" y="1009509"/>
            <a:ext cx="0" cy="18769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829895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9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560" y="2011329"/>
            <a:ext cx="1390399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308560" y="1045563"/>
            <a:ext cx="1390399" cy="72107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57"/>
            </a:lvl1pPr>
            <a:lvl2pPr marL="216210" indent="0">
              <a:buNone/>
              <a:defRPr sz="757"/>
            </a:lvl2pPr>
            <a:lvl3pPr marL="432420" indent="0">
              <a:buNone/>
              <a:defRPr sz="757"/>
            </a:lvl3pPr>
            <a:lvl4pPr marL="648630" indent="0">
              <a:buNone/>
              <a:defRPr sz="757"/>
            </a:lvl4pPr>
            <a:lvl5pPr marL="864840" indent="0">
              <a:buNone/>
              <a:defRPr sz="757"/>
            </a:lvl5pPr>
            <a:lvl6pPr marL="1081049" indent="0">
              <a:buNone/>
              <a:defRPr sz="757"/>
            </a:lvl6pPr>
            <a:lvl7pPr marL="1297259" indent="0">
              <a:buNone/>
              <a:defRPr sz="757"/>
            </a:lvl7pPr>
            <a:lvl8pPr marL="1513469" indent="0">
              <a:buNone/>
              <a:defRPr sz="757"/>
            </a:lvl8pPr>
            <a:lvl9pPr marL="1729679" indent="0">
              <a:buNone/>
              <a:defRPr sz="7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308560" y="2283986"/>
            <a:ext cx="1390399" cy="311894"/>
          </a:xfrm>
        </p:spPr>
        <p:txBody>
          <a:bodyPr anchor="t">
            <a:normAutofit/>
          </a:bodyPr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39351" y="2011329"/>
            <a:ext cx="1385894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839350" y="1045563"/>
            <a:ext cx="1385894" cy="72107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57"/>
            </a:lvl1pPr>
            <a:lvl2pPr marL="216210" indent="0">
              <a:buNone/>
              <a:defRPr sz="757"/>
            </a:lvl2pPr>
            <a:lvl3pPr marL="432420" indent="0">
              <a:buNone/>
              <a:defRPr sz="757"/>
            </a:lvl3pPr>
            <a:lvl4pPr marL="648630" indent="0">
              <a:buNone/>
              <a:defRPr sz="757"/>
            </a:lvl4pPr>
            <a:lvl5pPr marL="864840" indent="0">
              <a:buNone/>
              <a:defRPr sz="757"/>
            </a:lvl5pPr>
            <a:lvl6pPr marL="1081049" indent="0">
              <a:buNone/>
              <a:defRPr sz="757"/>
            </a:lvl6pPr>
            <a:lvl7pPr marL="1297259" indent="0">
              <a:buNone/>
              <a:defRPr sz="757"/>
            </a:lvl7pPr>
            <a:lvl8pPr marL="1513469" indent="0">
              <a:buNone/>
              <a:defRPr sz="757"/>
            </a:lvl8pPr>
            <a:lvl9pPr marL="1729679" indent="0">
              <a:buNone/>
              <a:defRPr sz="7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1838710" y="2283986"/>
            <a:ext cx="1387730" cy="311894"/>
          </a:xfrm>
        </p:spPr>
        <p:txBody>
          <a:bodyPr anchor="t">
            <a:normAutofit/>
          </a:bodyPr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369390" y="2011329"/>
            <a:ext cx="1386645" cy="272657"/>
          </a:xfrm>
        </p:spPr>
        <p:txBody>
          <a:bodyPr anchor="b">
            <a:noAutofit/>
          </a:bodyPr>
          <a:lstStyle>
            <a:lvl1pPr marL="0" indent="0">
              <a:buNone/>
              <a:defRPr sz="113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3369389" y="1045563"/>
            <a:ext cx="1386645" cy="72107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57"/>
            </a:lvl1pPr>
            <a:lvl2pPr marL="216210" indent="0">
              <a:buNone/>
              <a:defRPr sz="757"/>
            </a:lvl2pPr>
            <a:lvl3pPr marL="432420" indent="0">
              <a:buNone/>
              <a:defRPr sz="757"/>
            </a:lvl3pPr>
            <a:lvl4pPr marL="648630" indent="0">
              <a:buNone/>
              <a:defRPr sz="757"/>
            </a:lvl4pPr>
            <a:lvl5pPr marL="864840" indent="0">
              <a:buNone/>
              <a:defRPr sz="757"/>
            </a:lvl5pPr>
            <a:lvl6pPr marL="1081049" indent="0">
              <a:buNone/>
              <a:defRPr sz="757"/>
            </a:lvl6pPr>
            <a:lvl7pPr marL="1297259" indent="0">
              <a:buNone/>
              <a:defRPr sz="757"/>
            </a:lvl7pPr>
            <a:lvl8pPr marL="1513469" indent="0">
              <a:buNone/>
              <a:defRPr sz="757"/>
            </a:lvl8pPr>
            <a:lvl9pPr marL="1729679" indent="0">
              <a:buNone/>
              <a:defRPr sz="7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3369330" y="2283985"/>
            <a:ext cx="1388482" cy="311894"/>
          </a:xfrm>
        </p:spPr>
        <p:txBody>
          <a:bodyPr anchor="t">
            <a:normAutofit/>
          </a:bodyPr>
          <a:lstStyle>
            <a:lvl1pPr marL="0" indent="0">
              <a:buNone/>
              <a:defRPr sz="662"/>
            </a:lvl1pPr>
            <a:lvl2pPr marL="216210" indent="0">
              <a:buNone/>
              <a:defRPr sz="567"/>
            </a:lvl2pPr>
            <a:lvl3pPr marL="432420" indent="0">
              <a:buNone/>
              <a:defRPr sz="473"/>
            </a:lvl3pPr>
            <a:lvl4pPr marL="648630" indent="0">
              <a:buNone/>
              <a:defRPr sz="426"/>
            </a:lvl4pPr>
            <a:lvl5pPr marL="864840" indent="0">
              <a:buNone/>
              <a:defRPr sz="426"/>
            </a:lvl5pPr>
            <a:lvl6pPr marL="1081049" indent="0">
              <a:buNone/>
              <a:defRPr sz="426"/>
            </a:lvl6pPr>
            <a:lvl7pPr marL="1297259" indent="0">
              <a:buNone/>
              <a:defRPr sz="426"/>
            </a:lvl7pPr>
            <a:lvl8pPr marL="1513469" indent="0">
              <a:buNone/>
              <a:defRPr sz="426"/>
            </a:lvl8pPr>
            <a:lvl9pPr marL="1729679" indent="0">
              <a:buNone/>
              <a:defRPr sz="4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62155" y="1009509"/>
            <a:ext cx="0" cy="187480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92553" y="1009509"/>
            <a:ext cx="0" cy="18769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3361306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858127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7201" y="203555"/>
            <a:ext cx="828834" cy="275662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8561" y="419879"/>
            <a:ext cx="3510531" cy="25402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66447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1263157"/>
            <a:ext cx="1909170" cy="19816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1368509"/>
            <a:ext cx="719974" cy="111921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071345" y="793186"/>
            <a:ext cx="1333341" cy="1333994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3783056" y="0"/>
            <a:ext cx="758268" cy="540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4069863" y="2884311"/>
            <a:ext cx="469953" cy="36053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936215" y="0"/>
            <a:ext cx="324326" cy="5408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557" y="214203"/>
            <a:ext cx="4447650" cy="6626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775" y="971335"/>
            <a:ext cx="4230968" cy="1985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4802657" y="847302"/>
            <a:ext cx="468700" cy="1441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5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4232901" y="1526079"/>
            <a:ext cx="1826255" cy="1441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5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895889" y="139924"/>
            <a:ext cx="396398" cy="3632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324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278585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216210" rtl="0" eaLnBrk="1" latinLnBrk="0" hangingPunct="1">
        <a:spcBef>
          <a:spcPct val="0"/>
        </a:spcBef>
        <a:buNone/>
        <a:defRPr sz="1986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2157" indent="-162157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946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351341" indent="-135131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851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540525" indent="-108105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757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756735" indent="-108105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662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972944" indent="-108105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662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185087" indent="-108105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662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1405364" indent="-108105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662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1621574" indent="-108105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662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1837784" indent="-108105" algn="l" defTabSz="216210" rtl="0" eaLnBrk="1" latinLnBrk="0" hangingPunct="1">
        <a:spcBef>
          <a:spcPts val="47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662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210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420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630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840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1049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7259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3469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9679" algn="l" defTabSz="21621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4" y="687001"/>
            <a:ext cx="5584825" cy="48410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85725" algn="ctr">
              <a:lnSpc>
                <a:spcPct val="100000"/>
              </a:lnSpc>
              <a:spcBef>
                <a:spcPts val="475"/>
              </a:spcBef>
            </a:pP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4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</a:t>
            </a:r>
            <a:r>
              <a:rPr sz="1400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4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4455" algn="ctr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Falcon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14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sz="11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0707" y="1534058"/>
            <a:ext cx="23202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TRUNG ĐỨC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Coursera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sz="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lang="en-US"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29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557" y="45367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729029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111134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883270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2093302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7311" y="412029"/>
            <a:ext cx="5292932" cy="242079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60960">
              <a:lnSpc>
                <a:spcPct val="105800"/>
              </a:lnSpc>
              <a:spcBef>
                <a:spcPts val="270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advertises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Falcon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$62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million,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5800"/>
              </a:lnSpc>
              <a:spcBef>
                <a:spcPts val="300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SpaceX’s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rocket.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310515">
              <a:lnSpc>
                <a:spcPct val="114100"/>
              </a:lnSpc>
              <a:spcBef>
                <a:spcPts val="19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Falcon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successfully.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valuable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competing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https://github.com/trungductk8utehy/IBM-Data-Science-Capstone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05557" y="222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Executive</a:t>
            </a:r>
            <a:r>
              <a:rPr spc="-50" dirty="0"/>
              <a:t> </a:t>
            </a:r>
            <a:r>
              <a:rPr spc="-10" dirty="0"/>
              <a:t>Summary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644436"/>
            <a:ext cx="78713" cy="7871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845094"/>
            <a:ext cx="78713" cy="7871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217814"/>
            <a:ext cx="78713" cy="7871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590547"/>
            <a:ext cx="78713" cy="7871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650" y="1807604"/>
            <a:ext cx="78713" cy="7871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651" y="2219694"/>
            <a:ext cx="78713" cy="7871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241300" y="327025"/>
            <a:ext cx="5361724" cy="2222916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83185" algn="just">
              <a:lnSpc>
                <a:spcPts val="1520"/>
              </a:lnSpc>
              <a:spcBef>
                <a:spcPts val="50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Collection: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Wikipedia.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Wrangling: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</a:t>
            </a:r>
            <a:r>
              <a:rPr sz="1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sz="11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sz="1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173355">
              <a:lnSpc>
                <a:spcPct val="106300"/>
              </a:lnSpc>
              <a:spcBef>
                <a:spcPts val="204"/>
              </a:spcBef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EDA:</a:t>
            </a:r>
            <a:r>
              <a:rPr sz="11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</a:t>
            </a:r>
            <a:r>
              <a:rPr sz="11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</a:t>
            </a:r>
            <a:r>
              <a:rPr sz="11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1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sz="11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(DB2)</a:t>
            </a:r>
            <a:r>
              <a:rPr sz="11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(Matplotlib/Seaborn).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200"/>
              </a:lnSpc>
              <a:spcBef>
                <a:spcPts val="180"/>
              </a:spcBef>
            </a:pP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Folium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 Dash.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17780">
              <a:lnSpc>
                <a:spcPct val="106200"/>
              </a:lnSpc>
              <a:spcBef>
                <a:spcPts val="175"/>
              </a:spcBef>
            </a:pP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sz="11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sz="11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Regression,</a:t>
            </a:r>
            <a:r>
              <a:rPr sz="11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SVM,</a:t>
            </a:r>
            <a:r>
              <a:rPr sz="11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11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Tree,</a:t>
            </a:r>
            <a:r>
              <a:rPr sz="1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11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305435">
              <a:lnSpc>
                <a:spcPts val="1650"/>
              </a:lnSpc>
              <a:spcBef>
                <a:spcPts val="55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5" dirty="0"/>
              <a:t> </a:t>
            </a:r>
            <a:r>
              <a:rPr spc="-25" dirty="0"/>
              <a:t>Collection</a:t>
            </a:r>
            <a:r>
              <a:rPr spc="-7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SpaceX</a:t>
            </a:r>
            <a:r>
              <a:rPr spc="-55" dirty="0"/>
              <a:t>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096072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306106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516138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726171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3" y="805938"/>
            <a:ext cx="5126990" cy="1788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Requested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SpaceX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requests.get().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87630">
              <a:lnSpc>
                <a:spcPct val="129200"/>
              </a:lnSpc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DataFrame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json_normalize.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Falcon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66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https://github.com/trungductk8utehy/IBM-Data-Science-Capstone/blob/main/jupyter-labs-spacex-data-collection-api.ipynb</a:t>
            </a:r>
            <a:endParaRPr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spc="-25" dirty="0"/>
              <a:t>Collection</a:t>
            </a:r>
            <a:r>
              <a:rPr spc="-5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Web</a:t>
            </a:r>
            <a:r>
              <a:rPr spc="-35" dirty="0"/>
              <a:t> </a:t>
            </a:r>
            <a:r>
              <a:rPr spc="-10" dirty="0"/>
              <a:t>Scraping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027238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237270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447304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657337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3" y="737116"/>
            <a:ext cx="5500257" cy="178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Requested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Falcon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marR="853440">
              <a:lnSpc>
                <a:spcPct val="129200"/>
              </a:lnSpc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library.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headers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(&lt;th&gt;).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5800"/>
              </a:lnSpc>
              <a:spcBef>
                <a:spcPts val="570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(&lt;tr&gt;)</a:t>
            </a:r>
            <a:r>
              <a:rPr sz="11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(&lt;td&gt;)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https://github.com/trungductk8utehy/IBM-Data-Science-Capstone/blob/main/jupyter-labs-webscraping.ipynb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Wrangling</a:t>
            </a:r>
            <a:r>
              <a:rPr spc="-60" dirty="0"/>
              <a:t> </a:t>
            </a:r>
            <a:r>
              <a:rPr spc="-10" dirty="0"/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958418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340523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550555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932660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3" y="619956"/>
            <a:ext cx="4996180" cy="218752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380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11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Success,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200"/>
              </a:lnSpc>
              <a:spcBef>
                <a:spcPts val="229"/>
              </a:spcBef>
            </a:pP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pd.get_dummies()</a:t>
            </a:r>
            <a:r>
              <a:rPr sz="11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Orbit,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LaunchSite,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LandingPad,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float64</a:t>
            </a:r>
            <a:r>
              <a:rPr sz="11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Wrangling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https://github.com/trungductk8utehy/IBM-Data-Science-Capstone/blob/main/labs-jupyter-spacex-Data-wrangling.ipynb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24936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xfrm>
            <a:off x="4438344" y="3116140"/>
            <a:ext cx="455295" cy="9746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30,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5413184" y="3116140"/>
            <a:ext cx="235585" cy="9746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111261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493367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703400"/>
            <a:ext cx="78713" cy="787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39" y="777119"/>
            <a:ext cx="4812030" cy="20265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1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11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300"/>
              </a:lnSpc>
              <a:spcBef>
                <a:spcPts val="265"/>
              </a:spcBef>
            </a:pP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Plots:</a:t>
            </a:r>
            <a:r>
              <a:rPr sz="1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r>
              <a:rPr sz="1100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1100" i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i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100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sz="1100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sz="1100" i="1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i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409"/>
              </a:spcBef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Charts: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</a:t>
            </a:r>
            <a:r>
              <a:rPr sz="1100" i="1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84"/>
              </a:spcBef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Charts: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100" i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z="1100" i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sz="1100" i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i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sz="1100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(annual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trends).</a:t>
            </a:r>
            <a:endParaRPr lang="en-US" sz="11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84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sz="11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https://github.com/trungductk8utehy/IBM-Data-Science-Capstone/blob/main/jupyter_labs_eda_sql_coursera_sqllite.ipynb</a:t>
            </a:r>
            <a:endParaRPr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4006801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45" dirty="0"/>
              <a:t> </a:t>
            </a:r>
            <a:r>
              <a:rPr spc="-30" dirty="0"/>
              <a:t>Visualization</a:t>
            </a:r>
            <a:r>
              <a:rPr spc="-55" dirty="0"/>
              <a:t> </a:t>
            </a:r>
            <a:r>
              <a:rPr spc="-10" dirty="0"/>
              <a:t>Results</a:t>
            </a:r>
            <a:r>
              <a:rPr lang="en-US" spc="-10" dirty="0"/>
              <a:t> 1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 dirty="0"/>
              <a:t>M</a:t>
            </a:r>
            <a:r>
              <a:rPr spc="-10" dirty="0"/>
              <a:t>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0496" y="885176"/>
            <a:ext cx="3919220" cy="584775"/>
          </a:xfrm>
          <a:prstGeom prst="rect">
            <a:avLst/>
          </a:prstGeom>
          <a:ln w="50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F8FBFC-CAE5-5A49-83E2-D7A6EF05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" y="784226"/>
            <a:ext cx="5454602" cy="2209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AE31-31E2-5FE3-9BB5-0226D0C4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F772F4-CD63-38B5-80E5-3701E8B11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3702001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45" dirty="0"/>
              <a:t> </a:t>
            </a:r>
            <a:r>
              <a:rPr spc="-30" dirty="0"/>
              <a:t>Visualization</a:t>
            </a:r>
            <a:r>
              <a:rPr spc="-55" dirty="0"/>
              <a:t> </a:t>
            </a:r>
            <a:r>
              <a:rPr spc="-10" dirty="0"/>
              <a:t>Results</a:t>
            </a:r>
            <a:r>
              <a:rPr lang="en-US" spc="-10" dirty="0"/>
              <a:t> 2</a:t>
            </a:r>
            <a:endParaRPr spc="-1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77FB91-6CEB-331C-B75D-10C473162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09" y="708025"/>
            <a:ext cx="3557535" cy="22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31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AB8F-7F2A-CFC7-EF71-3192964D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99" y="43875"/>
            <a:ext cx="2493645" cy="215444"/>
          </a:xfrm>
        </p:spPr>
        <p:txBody>
          <a:bodyPr/>
          <a:lstStyle/>
          <a:p>
            <a:r>
              <a:rPr lang="fr-FR" dirty="0"/>
              <a:t>EDA </a:t>
            </a:r>
            <a:r>
              <a:rPr lang="fr-FR" dirty="0" err="1"/>
              <a:t>with</a:t>
            </a:r>
            <a:r>
              <a:rPr lang="fr-FR" dirty="0"/>
              <a:t> SQL</a:t>
            </a:r>
            <a:endParaRPr lang="en-00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E5363-AE98-9FB1-1528-50F3FC22B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42" y="721927"/>
            <a:ext cx="5639958" cy="1840119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Performed: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Queried unique Launch Sites from the database. 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total Payload Mass carried by boosters.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Counted successful landings at specific sites (e.g., CCAFS).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records of specific mission outcomes based on payload mass ranges.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analysis to observe successful landing trends over specific months/years</a:t>
            </a:r>
          </a:p>
          <a:p>
            <a:pPr marL="12700">
              <a:lnSpc>
                <a:spcPct val="100000"/>
              </a:lnSpc>
            </a:pP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 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https://github.com/trungductk8utehy/IBM-Data-Science-Capstone/blob/main/jupyter_labs_eda_sql_coursera_sqllite.ipynb</a:t>
            </a:r>
            <a:endParaRPr lang="en-00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8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E2E7E1-E89F-ACCB-1397-82C1577E5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12" y="631825"/>
            <a:ext cx="3923809" cy="21904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7522-7CC3-6F94-CE82-7EA97901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E61560-7C41-5B92-0952-DBE8B498E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214203"/>
            <a:ext cx="4912544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5305E01-B2E3-42CA-446F-4C8475EFCD7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833F23-DE82-D003-1C1C-AEEFC3347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4" y="577826"/>
            <a:ext cx="5765800" cy="20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47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AE8B-870C-4858-DF84-2BA876BF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CE94DF-9047-C084-881E-3F76E08A3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2DB84B3-537F-02AE-A57E-54432690DAB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20A7B7-4BB9-F620-3090-95F315A3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625"/>
            <a:ext cx="5765800" cy="25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72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0579-CAE8-EECC-0FE7-B6F09FAF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8D82F7-F7D7-B7DD-3DB4-5BAD7A6A1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984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B603649-F285-8917-806C-58097E23303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AB0181-A770-CAA5-60BF-B7ABAB721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69" y="479425"/>
            <a:ext cx="5397500" cy="269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06D8-C24A-659D-5405-7ACA5EA1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B33B9E-85F7-CED6-3435-C8306AD82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FDC4C02-2BFF-2D2E-5A7D-09A46160A6E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118BD4-A761-82FD-924C-3A5529956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8173"/>
            <a:ext cx="5765800" cy="24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4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BD00-193D-981E-85A8-219AF801F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2BB698-D755-DCF9-4457-E99BEDBB2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222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FA6A52A-400D-8E6C-1F7A-7B76EF80478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B1C9F-0AD6-0D67-8284-50650E3C8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" y="403225"/>
            <a:ext cx="5555515" cy="1315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6D79C9-3E46-5D7D-2A6F-720F456E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7170"/>
            <a:ext cx="5315685" cy="149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63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3778201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818399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028433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410550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2002688"/>
            <a:ext cx="78713" cy="787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651" y="2422753"/>
            <a:ext cx="78713" cy="787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651" y="2212720"/>
            <a:ext cx="78713" cy="787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3" y="479951"/>
            <a:ext cx="5576457" cy="218495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Folium</a:t>
            </a:r>
            <a:r>
              <a:rPr sz="11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380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marR="405765">
              <a:lnSpc>
                <a:spcPct val="105800"/>
              </a:lnSpc>
              <a:spcBef>
                <a:spcPts val="219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(green)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(red) launches.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marR="5080">
              <a:lnSpc>
                <a:spcPct val="105800"/>
              </a:lnSpc>
              <a:spcBef>
                <a:spcPts val="254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proximity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railways,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highways,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coastlines.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dropdowns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sliders.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38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720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URLs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https://github.com/trungductk8utehy/IBM-Data-Science-Capstone/blob/main/lab_jupyter_launch_site_location.ipynb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557" y="121567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Folium</a:t>
            </a:r>
            <a:r>
              <a:rPr spc="-55" dirty="0"/>
              <a:t> </a:t>
            </a:r>
            <a:r>
              <a:rPr dirty="0"/>
              <a:t>Map</a:t>
            </a:r>
            <a:r>
              <a:rPr spc="-4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5B31B0-23E3-337A-E5CE-A29260673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110"/>
            <a:ext cx="5765800" cy="24317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9C72C-A77E-343D-EB31-CB15FC289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7F7B6F-35FA-C206-D994-08F5EE6EAF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984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Folium</a:t>
            </a:r>
            <a:r>
              <a:rPr spc="-55" dirty="0"/>
              <a:t> </a:t>
            </a:r>
            <a:r>
              <a:rPr dirty="0"/>
              <a:t>Map</a:t>
            </a:r>
            <a:r>
              <a:rPr spc="-4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653D79B-383E-A25A-AF87-64D87E6BB83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03A56-11ED-D3EC-FB20-47B9C68E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" y="512018"/>
            <a:ext cx="5765800" cy="26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59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557" y="222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Plotly</a:t>
            </a:r>
            <a:r>
              <a:rPr spc="-75" dirty="0"/>
              <a:t> </a:t>
            </a:r>
            <a:r>
              <a:rPr spc="-10" dirty="0"/>
              <a:t>Dash</a:t>
            </a:r>
            <a:r>
              <a:rPr spc="-7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20</a:t>
            </a:fld>
            <a:r>
              <a:rPr spc="-10" dirty="0"/>
              <a:t>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62B1DB-2056-8680-58D1-F53759A29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" y="371173"/>
            <a:ext cx="5580025" cy="28298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24936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786752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168857"/>
            <a:ext cx="78713" cy="787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3" y="453243"/>
            <a:ext cx="5355590" cy="10085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</a:t>
            </a: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1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360680">
              <a:lnSpc>
                <a:spcPct val="106300"/>
              </a:lnSpc>
              <a:spcBef>
                <a:spcPts val="259"/>
              </a:spcBef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Tested: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Regression,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(SVM),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Tree,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(KNN).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200"/>
              </a:lnSpc>
              <a:spcBef>
                <a:spcPts val="250"/>
              </a:spcBef>
            </a:pP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sz="11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(approx.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83.3%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accuracy),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sz="11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SVM)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hyperparameter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D30F-9633-11B2-D17D-E3C2558B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A45C4C-E964-4A45-0064-0E34C36BF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984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Predictive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6546D31-FB9B-6C00-5FC9-A9F043E6354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May</a:t>
            </a:r>
            <a:r>
              <a:rPr spc="-15" dirty="0"/>
              <a:t> </a:t>
            </a:r>
            <a:r>
              <a:rPr spc="-35" dirty="0"/>
              <a:t>30,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49110-838E-FB1A-BC3B-D635BEF3E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" y="512018"/>
            <a:ext cx="5765800" cy="26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2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335</TotalTime>
  <Words>950</Words>
  <Application>Microsoft Office PowerPoint</Application>
  <PresentationFormat>Custom</PresentationFormat>
  <Paragraphs>110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Century Gothic</vt:lpstr>
      <vt:lpstr>Times New Roman</vt:lpstr>
      <vt:lpstr>Wingdings</vt:lpstr>
      <vt:lpstr>Wingdings 3</vt:lpstr>
      <vt:lpstr>Ion</vt:lpstr>
      <vt:lpstr>PowerPoint Presentation</vt:lpstr>
      <vt:lpstr>Introduction</vt:lpstr>
      <vt:lpstr>Executive Summary</vt:lpstr>
      <vt:lpstr>Data Collection – SpaceX API</vt:lpstr>
      <vt:lpstr>Data Collection – Web Scraping</vt:lpstr>
      <vt:lpstr>Data Wrangling Methodology</vt:lpstr>
      <vt:lpstr>EDA with Data Visualization</vt:lpstr>
      <vt:lpstr>EDA Visualization Results 1</vt:lpstr>
      <vt:lpstr>EDA Visualization Results 2</vt:lpstr>
      <vt:lpstr>EDA with SQL</vt:lpstr>
      <vt:lpstr>EDA with SQL Results</vt:lpstr>
      <vt:lpstr>EDA with SQL Results</vt:lpstr>
      <vt:lpstr>EDA with SQL Results</vt:lpstr>
      <vt:lpstr>EDA with SQL Results</vt:lpstr>
      <vt:lpstr>EDA with SQL Results</vt:lpstr>
      <vt:lpstr>EDA with SQL Results</vt:lpstr>
      <vt:lpstr>Interactive Visual Analytics</vt:lpstr>
      <vt:lpstr>Folium Map Results</vt:lpstr>
      <vt:lpstr>Folium Map Results</vt:lpstr>
      <vt:lpstr>Plotly Dash Results</vt:lpstr>
      <vt:lpstr>Predictive Analysis</vt:lpstr>
      <vt:lpstr>Predictive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 - SpaceX Falcon 9 First Stage Landing Prediction</dc:title>
  <dc:creator>[Your Name Here]</dc:creator>
  <cp:lastModifiedBy>Huyền Nguyễn Thị</cp:lastModifiedBy>
  <cp:revision>13</cp:revision>
  <dcterms:created xsi:type="dcterms:W3CDTF">2026-05-30T12:59:58Z</dcterms:created>
  <dcterms:modified xsi:type="dcterms:W3CDTF">2026-06-30T14:16:54Z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2026-05-30T00:00:00Z</vt:filetime>
  </property>
  <property fmtid="{D5CDD505-2E9C-101B-9397-08002B2CF9AE}" pid="5" name="Producer">
    <vt:lpwstr>3-Heights(TM) PDF Security Shell 4.8.25.2 (http://www.pdf-tools.com)</vt:lpwstr>
  </property>
</Properties>
</file>